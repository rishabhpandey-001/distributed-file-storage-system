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80700"/>
  <p:notesSz cx="7556500" cy="10680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12" y="2397292"/>
            <a:ext cx="7178675" cy="5591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2024-02-21T13:42:18Z</dcterms:created>
  <dcterms:modified xsi:type="dcterms:W3CDTF">2024-02-21T13:42:18Z</dcterms:modified>
</cp:coreProperties>
</file>